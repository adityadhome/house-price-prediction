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Pune Real Estate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House Price Prediction using Machine Learning</a:t>
            </a:r>
          </a:p>
          <a:p>
            <a:r>
              <a:t>Class Project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real estate market is highly volatile.</a:t>
            </a:r>
          </a:p>
          <a:p>
            <a:r>
              <a:t>• Our Solution: An AI &amp; ML based system predicting house prices in Pune.</a:t>
            </a:r>
          </a:p>
          <a:p>
            <a:r>
              <a:t>• Goal: Help users estimate the fair market value instantly.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Buyers overpay and sellers underprice due to lack of data.</a:t>
            </a:r>
          </a:p>
          <a:p>
            <a:r>
              <a:t>• Manual price estimation is tedious and inaccurate.</a:t>
            </a:r>
          </a:p>
          <a:p>
            <a:r>
              <a:t>• Need: A fast, automated system returning exact prices based on features.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&amp;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Objective: Process historical data, train an ML model, and build a Web App.</a:t>
            </a:r>
          </a:p>
          <a:p>
            <a:r>
              <a:t>• Language: Python</a:t>
            </a:r>
          </a:p>
          <a:p>
            <a:r>
              <a:t>• Libraries: Scikit-Learn, Pandas, NumPy, Matplotlib, Streamlit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&amp;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Collection &amp; Cleaning (Dropping null values)</a:t>
            </a:r>
          </a:p>
          <a:p>
            <a:r>
              <a:t>2. Feature Engineering (One-Hot Encoding for Pune areas)</a:t>
            </a:r>
          </a:p>
          <a:p>
            <a:r>
              <a:t>3. Train-Test Split (80% / 20%)</a:t>
            </a:r>
          </a:p>
          <a:p>
            <a:r>
              <a:t>4. Linear Regression Model Training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Model accurately maps housing features to exact market prices.</a:t>
            </a:r>
          </a:p>
          <a:p>
            <a:r>
              <a:t>• The interactive Web Dashboard displays inputs cleanly and outputs ₹ INR.</a:t>
            </a:r>
          </a:p>
          <a:p>
            <a:r>
              <a:t>• Conclusion: A robust integration of Data Science &amp; Web Engineering!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